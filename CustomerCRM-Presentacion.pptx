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52C2E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0EA5E9">
              <a:alpha val="6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64008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CRM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52C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Driven Precision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3474720"/>
            <a:ext cx="2743200" cy="0"/>
          </a:xfrm>
          <a:prstGeom prst="line">
            <a:avLst/>
          </a:prstGeom>
          <a:noFill/>
          <a:ln w="19050">
            <a:solidFill>
              <a:srgbClr val="52C2EF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integral para la gestión de clientes,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actividades, reportes y operaciones de equipo.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gemsinnovations.com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C2E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Customer CRM?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CRM es una plataforma SaaS diseñada para empresas que necesitan gestionar su operación comercial de forma integral: desde la captación de clientes hasta el cierre de casos, con inteligencia artificial y colaboración en tiempo real.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749040" cy="10515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517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rápida y moderna con Vue 3 + Vite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2377440"/>
            <a:ext cx="3749040" cy="10515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6517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23560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granulares, JWT, rate limiting, sanitización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611880"/>
            <a:ext cx="3749040" cy="10515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8862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Personalización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508760" y="4114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colores y branding configurables por cliente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3611880"/>
            <a:ext cx="3749040" cy="10515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88620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2356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Analítica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623560" y="4114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y reportes en tiempo real con IA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Módulos Principales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2697480" cy="105156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280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34440" y="1645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agenda, foco operativo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383280" y="1143000"/>
            <a:ext cx="2697480" cy="105156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173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0" y="1280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114800" y="1645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datos, perfiles, historial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263640" y="1143000"/>
            <a:ext cx="2697480" cy="105156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1732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95160" y="1280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995160" y="1645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Tareas, seguimientos, prioridades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02920" y="2377440"/>
            <a:ext cx="2697480" cy="105156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5176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234440" y="2880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rendimiento, exportar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383280" y="2377440"/>
            <a:ext cx="2697480" cy="105156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65176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11480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Contabilidad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4114800" y="2880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Transacciones, gastos, pagos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263640" y="2377440"/>
            <a:ext cx="2697480" cy="105156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651760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9516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995160" y="2880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Soporte, incidencias, SLA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502920" y="3611880"/>
            <a:ext cx="2697480" cy="105156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886200"/>
            <a:ext cx="411480" cy="41148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234440" y="3749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1234440" y="4114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en tiempo real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3383280" y="3611880"/>
            <a:ext cx="2697480" cy="105156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6160" y="3886200"/>
            <a:ext cx="411480" cy="41148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114800" y="3749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n-US" sz="1400" dirty="0"/>
          </a:p>
        </p:txBody>
      </p:sp>
      <p:sp>
        <p:nvSpPr>
          <p:cNvPr id="34" name="Text 24"/>
          <p:cNvSpPr/>
          <p:nvPr/>
        </p:nvSpPr>
        <p:spPr>
          <a:xfrm>
            <a:off x="4114800" y="4114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departamentos, permisos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6263640" y="3611880"/>
            <a:ext cx="2697480" cy="105156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3886200"/>
            <a:ext cx="411480" cy="4114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995160" y="3749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6995160" y="4114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Tableros, sprints, GitHub sync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C2E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Tecnológico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749040" cy="10515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371600"/>
            <a:ext cx="640080" cy="640080"/>
          </a:xfrm>
          <a:prstGeom prst="ellipse">
            <a:avLst/>
          </a:prstGeom>
          <a:solidFill>
            <a:srgbClr val="42B883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63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2984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+ TypeScript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16642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reactivo con Composition API, tipado estricto y rendimiento óptimo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749040" cy="10515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371600"/>
            <a:ext cx="640080" cy="64008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630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2984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+ Vite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69280" y="16642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CSS con hot reload instantáneo y build optimizado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2423160"/>
            <a:ext cx="3749040" cy="10515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2606040"/>
            <a:ext cx="640080" cy="640080"/>
          </a:xfrm>
          <a:prstGeom prst="ellipse">
            <a:avLst/>
          </a:prstGeom>
          <a:solidFill>
            <a:srgbClr val="68A063">
              <a:alpha val="12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974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5328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28986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robusto con middleware de seguridad y API RESTful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2423160"/>
            <a:ext cx="3749040" cy="10515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2606040"/>
            <a:ext cx="640080" cy="640080"/>
          </a:xfrm>
          <a:prstGeom prst="ellipse">
            <a:avLst/>
          </a:prstGeom>
          <a:solidFill>
            <a:srgbClr val="4DB33D">
              <a:alpha val="12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6974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25328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+ Mongoose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669280" y="28986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NoSQL con schemas tipados y multi-tenancy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" y="3657600"/>
            <a:ext cx="3749040" cy="10515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3840480"/>
            <a:ext cx="640080" cy="640080"/>
          </a:xfrm>
          <a:prstGeom prst="ellipse">
            <a:avLst/>
          </a:prstGeom>
          <a:solidFill>
            <a:srgbClr val="52C2EF">
              <a:alpha val="12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3192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37673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554480" y="41330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bidireccional en tiempo real para chat y notificaciones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754880" y="3657600"/>
            <a:ext cx="3749040" cy="10515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92040" y="3840480"/>
            <a:ext cx="640080" cy="640080"/>
          </a:xfrm>
          <a:prstGeom prst="ellipse">
            <a:avLst/>
          </a:prstGeom>
          <a:solidFill>
            <a:srgbClr val="F6AE45">
              <a:alpha val="12000"/>
            </a:srgbClr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93192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669280" y="37673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Pinia + Vue Router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5669280" y="41330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modular con rutas protegidas por rol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 &amp; Gestión de Roles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234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Zero-Trust con permisos granulares por módulo y acción.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7863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280160"/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C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C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C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C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C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C2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Empleado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24528"/>
            <a:ext cx="228600" cy="2286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6012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4224528"/>
            <a:ext cx="228600" cy="2286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70332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4224528"/>
            <a:ext cx="228600" cy="2286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44652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Helmet.js</a:t>
            </a:r>
            <a:endParaRPr lang="en-US" sz="11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636008"/>
            <a:ext cx="228600" cy="2286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60120" y="4617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Sanitize</a:t>
            </a:r>
            <a:endParaRPr lang="en-US" sz="11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4636008"/>
            <a:ext cx="228600" cy="22860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3703320" y="4617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Allowlist</a:t>
            </a:r>
            <a:endParaRPr lang="en-US" sz="11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636008"/>
            <a:ext cx="228600" cy="22860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446520" y="4617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Protection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52C2EF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5486400" cy="5486400"/>
          </a:xfrm>
          <a:prstGeom prst="ellipse">
            <a:avLst/>
          </a:prstGeom>
          <a:solidFill>
            <a:srgbClr val="0EA5E9">
              <a:alpha val="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CRM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la gestión de tu empresa con inteligencia artificial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una plataforma diseñada para escalar.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926080" y="3931920"/>
            <a:ext cx="3291840" cy="502920"/>
          </a:xfrm>
          <a:prstGeom prst="rect">
            <a:avLst/>
          </a:prstGeom>
          <a:solidFill>
            <a:srgbClr val="52C2EF"/>
          </a:solidFill>
          <a:ln/>
        </p:spPr>
      </p:sp>
      <p:sp>
        <p:nvSpPr>
          <p:cNvPr id="8" name="Text 5"/>
          <p:cNvSpPr/>
          <p:nvPr/>
        </p:nvSpPr>
        <p:spPr>
          <a:xfrm>
            <a:off x="2926080" y="3931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crm.gemsinnovations.com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GEMS Innovations · Todos los derechos reservados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CRM - Presentación</dc:title>
  <dc:subject>PptxGenJS Presentation</dc:subject>
  <dc:creator>GEMS Innovations</dc:creator>
  <cp:lastModifiedBy>GEMS Innovations</cp:lastModifiedBy>
  <cp:revision>1</cp:revision>
  <dcterms:created xsi:type="dcterms:W3CDTF">2026-06-16T16:06:36Z</dcterms:created>
  <dcterms:modified xsi:type="dcterms:W3CDTF">2026-06-16T16:06:36Z</dcterms:modified>
</cp:coreProperties>
</file>